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35"/>
  </p:normalViewPr>
  <p:slideViewPr>
    <p:cSldViewPr snapToGrid="0">
      <p:cViewPr varScale="1">
        <p:scale>
          <a:sx n="120" d="100"/>
          <a:sy n="120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3952F-B04B-2434-2C94-7F2A56E96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B616A-6F29-B10F-F194-37F28A7CD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39C42-11F9-D2C7-A2C0-1E6F167C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E49-EC59-D04C-9CBA-DF646B97695A}" type="datetimeFigureOut">
              <a:rPr lang="en-FR" smtClean="0"/>
              <a:t>31/10/2025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7180D-AF5E-37DE-D5FA-FC7E9AA35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72040-B090-6CBE-E670-A5A9A8926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77F2A-B437-B244-95D1-1A522959217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71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6EC33-C92D-4E19-4ADB-FF9C919D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83BD8-C975-F38E-50B2-DEF955DF2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74087-44FA-0B54-CD0D-7AC7969A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E49-EC59-D04C-9CBA-DF646B97695A}" type="datetimeFigureOut">
              <a:rPr lang="en-FR" smtClean="0"/>
              <a:t>31/10/2025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38EA5-DE6E-FDFB-7CE8-B4402C11C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A3F3C-683A-A637-9244-63AAA6AB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77F2A-B437-B244-95D1-1A522959217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84849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FB67-61ED-6300-F01D-AD56E063D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3CBA6-EF9F-2AA5-4233-2D74BABF3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1CC06-7093-2979-D0D1-22BB63EA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E49-EC59-D04C-9CBA-DF646B97695A}" type="datetimeFigureOut">
              <a:rPr lang="en-FR" smtClean="0"/>
              <a:t>31/10/2025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1EFA2-4F19-7510-1655-24AE90AD2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2D8C3-06D2-A946-76E9-154A6E0F6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77F2A-B437-B244-95D1-1A522959217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61166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9731D-31B6-1C92-3DD1-36539E89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0B654-36C0-C1AB-8909-0E01BEE0D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C22C1-CFDF-D168-3765-C11B25112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1756A-D061-E9FC-A8F0-BEA39A8B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E49-EC59-D04C-9CBA-DF646B97695A}" type="datetimeFigureOut">
              <a:rPr lang="en-FR" smtClean="0"/>
              <a:t>31/10/2025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3C89C-CEAB-9DB6-72EF-5963FF148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CF0E2-A27A-543F-F84E-A2495B55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77F2A-B437-B244-95D1-1A522959217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87937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29FA-9A37-3326-94AA-994B6BA4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B906B-266D-95BC-3203-90149F92A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F852F-BC8D-5568-881C-39D6B87C0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489B46-747E-6764-5F91-01306D1CD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EDB93-3396-8728-D34C-D19256F17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94AB2F-D09A-4894-170A-5DDA97927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E49-EC59-D04C-9CBA-DF646B97695A}" type="datetimeFigureOut">
              <a:rPr lang="en-FR" smtClean="0"/>
              <a:t>31/10/2025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0E3204-455F-CD5D-3A36-B229B7E42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5DD25A-9B9F-DD17-0097-970C2F6D1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77F2A-B437-B244-95D1-1A522959217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59603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7D67-C0B4-5EDB-BEA5-AEC5E817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864EDA-1760-5D48-0844-1E572EFB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E49-EC59-D04C-9CBA-DF646B97695A}" type="datetimeFigureOut">
              <a:rPr lang="en-FR" smtClean="0"/>
              <a:t>31/10/2025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1CBF89-1CC4-95E0-5FCD-A06A52FA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7BB5D-F63F-3D46-41AD-DAB2DF2AA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77F2A-B437-B244-95D1-1A522959217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7038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D6F36D-4E87-4E15-2BD8-B08F8D45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E49-EC59-D04C-9CBA-DF646B97695A}" type="datetimeFigureOut">
              <a:rPr lang="en-FR" smtClean="0"/>
              <a:t>31/10/2025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739B10-F3F2-56F3-1451-139DF608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48049-E9D1-AADF-1B87-6F34640E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77F2A-B437-B244-95D1-1A522959217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2187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68198-4663-E5A4-5198-C9DB4BE3F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1B522-237B-F4FD-7221-3D133083E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E3B7E-249E-6B5B-107F-C8FA3E4E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F16EA-DDBE-52A8-400C-1342D0AD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E49-EC59-D04C-9CBA-DF646B97695A}" type="datetimeFigureOut">
              <a:rPr lang="en-FR" smtClean="0"/>
              <a:t>31/10/2025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DCF8D-E48C-EE1E-B5AD-195188A73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C8169-17A1-564F-3850-EBB4099DB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77F2A-B437-B244-95D1-1A522959217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23427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E2A8-6987-58FB-8F1D-6BC79678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D31945-FF9A-BB4E-3B6C-0710B144D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63F7C-96EC-6C45-E6B2-7DC36DA79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957BE-E89F-55A2-B076-0EFB4F97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E49-EC59-D04C-9CBA-DF646B97695A}" type="datetimeFigureOut">
              <a:rPr lang="en-FR" smtClean="0"/>
              <a:t>31/10/2025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9FA7F-1DC0-02DF-52BE-6B383046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0113A-B13A-EE9C-5BA9-070DDBA4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77F2A-B437-B244-95D1-1A522959217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631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0374-B8AC-AF64-0752-425A16DC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DB502-7794-7CF9-263A-F2324D0ED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27F61-7695-336F-054B-208C5EED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E49-EC59-D04C-9CBA-DF646B97695A}" type="datetimeFigureOut">
              <a:rPr lang="en-FR" smtClean="0"/>
              <a:t>31/10/2025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C0AE7-9787-DAA9-9C12-A7A63F11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7018E-1E1C-0D93-7A97-3CCFA0D6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77F2A-B437-B244-95D1-1A522959217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875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7CCD78-2B83-962E-D296-A296C6758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E7996-DC1F-AE4C-E05D-9919BD1D7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BD328-0576-F6F8-02AD-AFF20EF2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E49-EC59-D04C-9CBA-DF646B97695A}" type="datetimeFigureOut">
              <a:rPr lang="en-FR" smtClean="0"/>
              <a:t>31/10/2025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BBB7C-6025-E349-48AF-71097764F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49487-A258-91C7-13AF-29C50694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77F2A-B437-B244-95D1-1A522959217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15773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78E96-C75C-03A9-35EB-584F6DD3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230FB-FE5B-65CC-A4BC-51D311459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E3894-886D-D845-4FE6-F37637CB2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C0E49-EC59-D04C-9CBA-DF646B97695A}" type="datetimeFigureOut">
              <a:rPr lang="en-FR" smtClean="0"/>
              <a:t>31/10/2025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61F29-BE91-7C1B-E1E7-24A044AB2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F9C35-0844-84AB-83F9-A117845AD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77F2A-B437-B244-95D1-1A522959217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424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60E882CF-1A22-E246-CC6B-BB9E1BA0B0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3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BDF45-27D7-04FE-5F91-0736F0E10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44576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FR" sz="5200"/>
              <a:t>Linux Mint</a:t>
            </a:r>
          </a:p>
        </p:txBody>
      </p:sp>
    </p:spTree>
    <p:extLst>
      <p:ext uri="{BB962C8B-B14F-4D97-AF65-F5344CB8AC3E}">
        <p14:creationId xmlns:p14="http://schemas.microsoft.com/office/powerpoint/2010/main" val="217520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27DAA-56D3-E4DE-3171-C7864C694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Origin and Release Date</a:t>
            </a:r>
            <a:endParaRPr lang="en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BB75C-8DE6-26A8-1756-8DE0DA149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First Release:</a:t>
            </a:r>
            <a:r>
              <a:rPr lang="en-GB" dirty="0"/>
              <a:t> August 27, 2006</a:t>
            </a:r>
          </a:p>
          <a:p>
            <a:r>
              <a:rPr lang="en-GB" b="1" dirty="0"/>
              <a:t>Place of Origin:</a:t>
            </a:r>
            <a:r>
              <a:rPr lang="en-GB" dirty="0"/>
              <a:t> Ireland (developed by </a:t>
            </a:r>
            <a:r>
              <a:rPr lang="en-GB" b="1" dirty="0"/>
              <a:t>Clement Lefebvre</a:t>
            </a:r>
            <a:r>
              <a:rPr lang="en-GB" dirty="0"/>
              <a:t>, a French developer based in Ireland)</a:t>
            </a:r>
          </a:p>
          <a:p>
            <a:r>
              <a:rPr lang="en-GB" b="1" dirty="0"/>
              <a:t>Parent Distribution:</a:t>
            </a:r>
            <a:r>
              <a:rPr lang="en-GB" dirty="0"/>
              <a:t> Ubuntu (and partly Debian — through the “LMDE” edition)</a:t>
            </a:r>
          </a:p>
        </p:txBody>
      </p:sp>
    </p:spTree>
    <p:extLst>
      <p:ext uri="{BB962C8B-B14F-4D97-AF65-F5344CB8AC3E}">
        <p14:creationId xmlns:p14="http://schemas.microsoft.com/office/powerpoint/2010/main" val="17051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766CC-03F6-BF32-7ADC-750CC538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Target Audience</a:t>
            </a:r>
            <a:endParaRPr lang="en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536AB-B440-9A40-D7B5-0A9F33C18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Primary Users:</a:t>
            </a:r>
            <a:endParaRPr lang="en-GB" dirty="0"/>
          </a:p>
          <a:p>
            <a:pPr lvl="1"/>
            <a:r>
              <a:rPr lang="en-GB" dirty="0"/>
              <a:t>Home users and beginners migrating from </a:t>
            </a:r>
            <a:r>
              <a:rPr lang="en-GB" b="1" dirty="0"/>
              <a:t>Windows</a:t>
            </a:r>
            <a:endParaRPr lang="en-GB" dirty="0"/>
          </a:p>
          <a:p>
            <a:pPr lvl="1"/>
            <a:r>
              <a:rPr lang="en-GB" dirty="0"/>
              <a:t>Users seeking a </a:t>
            </a:r>
            <a:r>
              <a:rPr lang="en-GB" b="1" dirty="0"/>
              <a:t>ready-to-use</a:t>
            </a:r>
            <a:r>
              <a:rPr lang="en-GB" dirty="0"/>
              <a:t>, </a:t>
            </a:r>
            <a:r>
              <a:rPr lang="en-GB" b="1" dirty="0"/>
              <a:t>stable</a:t>
            </a:r>
            <a:r>
              <a:rPr lang="en-GB" dirty="0"/>
              <a:t>, and </a:t>
            </a:r>
            <a:r>
              <a:rPr lang="en-GB" b="1" dirty="0"/>
              <a:t>user-friendly</a:t>
            </a:r>
            <a:r>
              <a:rPr lang="en-GB" dirty="0"/>
              <a:t> Linux desktop environment</a:t>
            </a:r>
          </a:p>
          <a:p>
            <a:pPr lvl="1"/>
            <a:r>
              <a:rPr lang="en-GB" dirty="0"/>
              <a:t>People who prefer traditional desktop interfaces over GNOME’s modern layouts</a:t>
            </a:r>
          </a:p>
        </p:txBody>
      </p:sp>
    </p:spTree>
    <p:extLst>
      <p:ext uri="{BB962C8B-B14F-4D97-AF65-F5344CB8AC3E}">
        <p14:creationId xmlns:p14="http://schemas.microsoft.com/office/powerpoint/2010/main" val="774847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4858-5F9A-6559-A6C5-2F4DCCCE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Technical Features</a:t>
            </a:r>
            <a:br>
              <a:rPr lang="en-GB" b="1" dirty="0"/>
            </a:br>
            <a:endParaRPr lang="en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BF176E-B037-4C16-A424-6BB5C5C185C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812574"/>
          <a:ext cx="10515600" cy="23774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835483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966024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Category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Details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629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Base System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Primarily based on </a:t>
                      </a:r>
                      <a:r>
                        <a:rPr lang="en-GB" b="1"/>
                        <a:t>Ubuntu LTS</a:t>
                      </a:r>
                      <a:r>
                        <a:rPr lang="en-GB"/>
                        <a:t>, with a Debian-based version (</a:t>
                      </a:r>
                      <a:r>
                        <a:rPr lang="en-GB" b="1"/>
                        <a:t>LMDE – Linux Mint Debian Edition</a:t>
                      </a:r>
                      <a:r>
                        <a:rPr lang="en-GB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205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Desktop Environments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Cinnamon (flagship)</a:t>
                      </a:r>
                      <a:r>
                        <a:rPr lang="en-GB"/>
                        <a:t>, </a:t>
                      </a:r>
                      <a:r>
                        <a:rPr lang="en-GB" b="1"/>
                        <a:t>MATE</a:t>
                      </a:r>
                      <a:r>
                        <a:rPr lang="en-GB"/>
                        <a:t>, and </a:t>
                      </a:r>
                      <a:r>
                        <a:rPr lang="en-GB" b="1"/>
                        <a:t>Xfce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130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Package Management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Uses </a:t>
                      </a:r>
                      <a:r>
                        <a:rPr lang="en-GB" b="1"/>
                        <a:t>APT</a:t>
                      </a:r>
                      <a:r>
                        <a:rPr lang="en-GB"/>
                        <a:t> and </a:t>
                      </a:r>
                      <a:r>
                        <a:rPr lang="en-GB" b="1"/>
                        <a:t>dpkg</a:t>
                      </a:r>
                      <a:r>
                        <a:rPr lang="en-GB"/>
                        <a:t>, supports </a:t>
                      </a:r>
                      <a:r>
                        <a:rPr lang="en-GB" b="1"/>
                        <a:t>.deb</a:t>
                      </a:r>
                      <a:r>
                        <a:rPr lang="en-GB"/>
                        <a:t> packages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882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Software Manager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Mint Software Manager (GUI tool for package management)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92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814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139</Words>
  <Application>Microsoft Macintosh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Linux Mint</vt:lpstr>
      <vt:lpstr>Origin and Release Date</vt:lpstr>
      <vt:lpstr>Target Audience</vt:lpstr>
      <vt:lpstr>Technical Features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Arihant Jain</dc:creator>
  <cp:lastModifiedBy>Arihant Jain</cp:lastModifiedBy>
  <cp:revision>1</cp:revision>
  <dcterms:created xsi:type="dcterms:W3CDTF">2025-10-31T14:09:22Z</dcterms:created>
  <dcterms:modified xsi:type="dcterms:W3CDTF">2025-10-31T14:21:56Z</dcterms:modified>
</cp:coreProperties>
</file>